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AC12CA-1854-A7F4-E8E5-D0C251E944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3086D68-8A23-B0C1-9093-C8F4C2337D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880E82-8F6F-7209-DDA5-2D5DEB8E2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25A5E-2CE2-46CE-85CC-88D608DBC390}" type="datetimeFigureOut">
              <a:rPr lang="pt-BR" smtClean="0"/>
              <a:t>09/09/2026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3BBCD6-22D0-08D2-BCF6-20F4EA1DA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BC19829-CF76-FCE8-10E6-D0B43EE42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1A268-9744-46E6-AD57-6E9D4CFB16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6144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55F0B2-3667-D7CF-5890-C5CBF858C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0289B43-3EC1-B1A9-C18F-DEB4645ED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DFCCA3-21A1-06B4-50B8-2BF0F86F4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25A5E-2CE2-46CE-85CC-88D608DBC390}" type="datetimeFigureOut">
              <a:rPr lang="pt-BR" smtClean="0"/>
              <a:t>09/09/2026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D795E3-3F46-C827-C49F-3AABDF3D8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C62DA0C-172B-5776-A4C9-AFFE62EAD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1A268-9744-46E6-AD57-6E9D4CFB16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9241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658DC6-B84D-1B17-D2EE-DB0AF8618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2E9C057-BAF5-A57C-7F64-56FFEDB08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8524764-8C61-9910-9BA5-F5DDE181D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25A5E-2CE2-46CE-85CC-88D608DBC390}" type="datetimeFigureOut">
              <a:rPr lang="pt-BR" smtClean="0"/>
              <a:t>09/09/2026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143047F-3C91-81EE-FF52-FA15E912D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C527F9-1CB4-C750-C9B4-12B6C6CD2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1A268-9744-46E6-AD57-6E9D4CFB16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4846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AAFEA5-F3F6-2523-E0AE-8B458B988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BAA35F-D6FA-7E39-6D73-E6E386A5FD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CA02787-7A37-2A48-985E-909A2BA984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EEF9875-5005-FCED-201E-AEF57E078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25A5E-2CE2-46CE-85CC-88D608DBC390}" type="datetimeFigureOut">
              <a:rPr lang="pt-BR" smtClean="0"/>
              <a:t>09/09/2026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D44D009-ECD7-A407-9CB0-956E38372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C315594-A04C-F003-6781-8C346DE6C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1A268-9744-46E6-AD57-6E9D4CFB16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9882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7C0D24-C3C1-28C1-B93B-9059D0165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9ED33B2-D5C8-D941-71E4-08F6632DB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431B445-5A78-27AA-B241-03DB13D44F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5C16002-7F63-27E1-A59C-DF832CB6ED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7A681CC-3C71-BB2F-8F0B-8CB12A18B1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C6FD4E5-8A16-D8E4-3924-75D4CCBB2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25A5E-2CE2-46CE-85CC-88D608DBC390}" type="datetimeFigureOut">
              <a:rPr lang="pt-BR" smtClean="0"/>
              <a:t>09/09/2026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2D79A8D-1C4F-99FD-A79C-EAA7F8EC5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C4FAA3F-8A2F-4591-6580-C87429816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1A268-9744-46E6-AD57-6E9D4CFB16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9648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C341F9-EBF2-4E2A-993B-AEA378752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E70AC6B-E278-7FDE-FA0C-6008DBE56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25A5E-2CE2-46CE-85CC-88D608DBC390}" type="datetimeFigureOut">
              <a:rPr lang="pt-BR" smtClean="0"/>
              <a:t>09/09/2026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8FA46B9-8902-AA18-5443-FEAB4E67F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2E815FD-A513-FFCE-6F7D-EFCB35066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1A268-9744-46E6-AD57-6E9D4CFB16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4536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CBC0895-1223-A47C-1D91-7ACD3393B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25A5E-2CE2-46CE-85CC-88D608DBC390}" type="datetimeFigureOut">
              <a:rPr lang="pt-BR" smtClean="0"/>
              <a:t>09/09/2026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C88394A-4BE1-B41A-C164-2F30DFB15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5015C00-E4A8-471C-1673-1F6CF9A19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1A268-9744-46E6-AD57-6E9D4CFB16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2144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0F9DA4-8DB0-27F7-72F8-E7EA6E2C1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28907F-AF03-162E-8D0E-BD93AF93E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20FD864-7DBA-5CE3-46E5-18F6799901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99923A7-2564-5A76-BBCC-6100E82C5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25A5E-2CE2-46CE-85CC-88D608DBC390}" type="datetimeFigureOut">
              <a:rPr lang="pt-BR" smtClean="0"/>
              <a:t>09/09/2026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C76CA29-123C-1E12-E94D-66F9EF9E6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7834214-AF92-C3E6-3942-962788156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1A268-9744-46E6-AD57-6E9D4CFB16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0735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AFBFF0-155E-481E-FFBC-1F0C247D4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B073F48-2AAC-1E44-9041-76363B7517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60880C8-A6EC-9C4F-D9F3-80344E992E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F6C9D5-7CF1-5572-B02F-B42762A26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25A5E-2CE2-46CE-85CC-88D608DBC390}" type="datetimeFigureOut">
              <a:rPr lang="pt-BR" smtClean="0"/>
              <a:t>09/09/2026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8679A65-B3B9-71CF-2FEB-8C0BBD0AC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27BFD67-9087-FC4C-AECA-F1C5FC549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1A268-9744-46E6-AD57-6E9D4CFB16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875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9FC377-9FEC-A56C-B289-ED65BDFFC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18EF16A-67EA-EC90-1FF0-FC9F9C387B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FC6B095-2FDC-4C8D-A85F-75666714E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25A5E-2CE2-46CE-85CC-88D608DBC390}" type="datetimeFigureOut">
              <a:rPr lang="pt-BR" smtClean="0"/>
              <a:t>09/09/2026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9F0B91F-61CA-5C39-A40D-57BBCA084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ED7BCC-201C-9487-FF4A-03BFF11F7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1A268-9744-46E6-AD57-6E9D4CFB16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1791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C94D659-A469-21C2-5B66-FE9479F35F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4B65584-E032-8011-F4EB-D10886E13D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F98042-6FB2-8B3E-B638-2F6DF2FDB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25A5E-2CE2-46CE-85CC-88D608DBC390}" type="datetimeFigureOut">
              <a:rPr lang="pt-BR" smtClean="0"/>
              <a:t>09/09/2026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4D99A9D-FC07-9E29-ECDE-8FBB1A3E8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507B20-4901-D50F-70B7-EC5ACDF13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1A268-9744-46E6-AD57-6E9D4CFB16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1312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3B52D6C-4A6E-DC75-82F8-BACD52778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B1193CE-742D-0098-F007-B36EF546A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AA1962E-6D25-ED1C-19C9-7C5E850285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B25A5E-2CE2-46CE-85CC-88D608DBC390}" type="datetimeFigureOut">
              <a:rPr lang="pt-BR" smtClean="0"/>
              <a:t>09/09/2026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7F3E4C-E74E-3FA8-EAE5-FB4AAFE715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ECE3D5A-B0CE-C04A-B30E-13E567823D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C1A268-9744-46E6-AD57-6E9D4CFB16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1979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BC16CC-21B8-1207-838C-4C76832096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dirty="0">
                <a:latin typeface="Algerian" panose="04020705040A02060702" pitchFamily="82" charset="0"/>
              </a:rPr>
              <a:t>Projeto </a:t>
            </a:r>
            <a:br>
              <a:rPr lang="pt-BR" dirty="0">
                <a:latin typeface="Algerian" panose="04020705040A02060702" pitchFamily="82" charset="0"/>
              </a:rPr>
            </a:br>
            <a:r>
              <a:rPr lang="pt-BR" dirty="0">
                <a:latin typeface="Algerian" panose="04020705040A02060702" pitchFamily="82" charset="0"/>
              </a:rPr>
              <a:t>Los Santos </a:t>
            </a:r>
            <a:r>
              <a:rPr lang="pt-BR" dirty="0" err="1">
                <a:latin typeface="Algerian" panose="04020705040A02060702" pitchFamily="82" charset="0"/>
              </a:rPr>
              <a:t>Customs</a:t>
            </a:r>
            <a:endParaRPr lang="pt-BR" dirty="0">
              <a:latin typeface="Algerian" panose="04020705040A02060702" pitchFamily="82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65C4ABF-A446-4E31-1D4D-E771571367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133599"/>
          </a:xfrm>
        </p:spPr>
        <p:txBody>
          <a:bodyPr>
            <a:normAutofit lnSpcReduction="10000"/>
          </a:bodyPr>
          <a:lstStyle/>
          <a:p>
            <a:r>
              <a:rPr lang="pt-BR" dirty="0"/>
              <a:t>Sistema de gerenciamento modular de carro em </a:t>
            </a:r>
            <a:r>
              <a:rPr lang="pt-BR" dirty="0" err="1"/>
              <a:t>javas</a:t>
            </a:r>
            <a:endParaRPr lang="pt-BR" dirty="0"/>
          </a:p>
          <a:p>
            <a:r>
              <a:rPr lang="pt-BR" dirty="0"/>
              <a:t>Heitor S.S.</a:t>
            </a:r>
          </a:p>
          <a:p>
            <a:r>
              <a:rPr lang="pt-BR" dirty="0"/>
              <a:t>Guilherme D.M</a:t>
            </a:r>
          </a:p>
          <a:p>
            <a:r>
              <a:rPr lang="pt-BR" dirty="0"/>
              <a:t>Guilherme F.M </a:t>
            </a:r>
          </a:p>
          <a:p>
            <a:r>
              <a:rPr lang="pt-BR" dirty="0"/>
              <a:t>Jorge M.R</a:t>
            </a:r>
          </a:p>
        </p:txBody>
      </p:sp>
    </p:spTree>
    <p:extLst>
      <p:ext uri="{BB962C8B-B14F-4D97-AF65-F5344CB8AC3E}">
        <p14:creationId xmlns:p14="http://schemas.microsoft.com/office/powerpoint/2010/main" val="4269716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81A9D1-8493-2D69-6829-C3338FD24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5400" dirty="0">
                <a:latin typeface="Algerian" panose="04020705040A02060702" pitchFamily="82" charset="0"/>
              </a:rPr>
              <a:t>Objetivo: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4707B2-966E-57AE-031A-AD1911C30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59607"/>
          </a:xfrm>
        </p:spPr>
        <p:txBody>
          <a:bodyPr/>
          <a:lstStyle/>
          <a:p>
            <a:r>
              <a:rPr lang="pt-BR" dirty="0"/>
              <a:t>Criar um terminal para modificar esteticamente quatro modelos de carro diferente</a:t>
            </a:r>
          </a:p>
          <a:p>
            <a:r>
              <a:rPr lang="pt-BR" dirty="0"/>
              <a:t>Cada um terá um preço diferente, mas com opções gerais</a:t>
            </a:r>
          </a:p>
          <a:p>
            <a:r>
              <a:rPr lang="pt-BR" dirty="0"/>
              <a:t>Para cada modelo haverá opções específicas, únicas apenas para ele</a:t>
            </a:r>
          </a:p>
          <a:p>
            <a:r>
              <a:rPr lang="pt-BR" dirty="0"/>
              <a:t>No final mostrará o preço total do modelo desejado</a:t>
            </a:r>
          </a:p>
          <a:p>
            <a:r>
              <a:rPr lang="pt-BR" dirty="0"/>
              <a:t>Back-</a:t>
            </a:r>
            <a:r>
              <a:rPr lang="pt-BR" dirty="0" err="1"/>
              <a:t>end</a:t>
            </a:r>
            <a:r>
              <a:rPr lang="pt-BR" dirty="0"/>
              <a:t>: mostra o armazenamento total pós compra</a:t>
            </a:r>
          </a:p>
        </p:txBody>
      </p:sp>
    </p:spTree>
    <p:extLst>
      <p:ext uri="{BB962C8B-B14F-4D97-AF65-F5344CB8AC3E}">
        <p14:creationId xmlns:p14="http://schemas.microsoft.com/office/powerpoint/2010/main" val="3736313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218FFD-76AF-F3FA-2A34-6E564E679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051560"/>
            <a:ext cx="3932237" cy="713232"/>
          </a:xfrm>
        </p:spPr>
        <p:txBody>
          <a:bodyPr>
            <a:normAutofit/>
          </a:bodyPr>
          <a:lstStyle/>
          <a:p>
            <a:r>
              <a:rPr lang="pt-BR" sz="4000" dirty="0">
                <a:latin typeface="Algerian" panose="04020705040A02060702" pitchFamily="82" charset="0"/>
              </a:rPr>
              <a:t>Opções totais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61D9B7-B6D7-3020-40EE-C456202DAE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0"/>
            <a:ext cx="2653220" cy="5989319"/>
          </a:xfrm>
        </p:spPr>
        <p:txBody>
          <a:bodyPr>
            <a:normAutofit lnSpcReduction="10000"/>
          </a:bodyPr>
          <a:lstStyle/>
          <a:p>
            <a:r>
              <a:rPr lang="pt-BR" sz="2800" dirty="0"/>
              <a:t>neon</a:t>
            </a:r>
          </a:p>
          <a:p>
            <a:r>
              <a:rPr lang="pt-BR" sz="2800" dirty="0"/>
              <a:t>roda</a:t>
            </a:r>
          </a:p>
          <a:p>
            <a:r>
              <a:rPr lang="pt-BR" sz="2800" dirty="0"/>
              <a:t>pneu</a:t>
            </a:r>
          </a:p>
          <a:p>
            <a:r>
              <a:rPr lang="pt-BR" sz="2800" dirty="0"/>
              <a:t>aro</a:t>
            </a:r>
          </a:p>
          <a:p>
            <a:r>
              <a:rPr lang="pt-BR" sz="2800" dirty="0"/>
              <a:t>aero fólio</a:t>
            </a:r>
          </a:p>
          <a:p>
            <a:r>
              <a:rPr lang="pt-BR" sz="2800" dirty="0"/>
              <a:t>lateral</a:t>
            </a:r>
          </a:p>
          <a:p>
            <a:r>
              <a:rPr lang="pt-BR" sz="2800" dirty="0"/>
              <a:t>teto solar</a:t>
            </a:r>
          </a:p>
          <a:p>
            <a:r>
              <a:rPr lang="pt-BR" sz="2800" dirty="0"/>
              <a:t>spoiler</a:t>
            </a:r>
          </a:p>
          <a:p>
            <a:r>
              <a:rPr lang="pt-BR" sz="2800" dirty="0"/>
              <a:t>farol</a:t>
            </a:r>
          </a:p>
          <a:p>
            <a:r>
              <a:rPr lang="pt-BR" sz="2800" dirty="0"/>
              <a:t>interior</a:t>
            </a:r>
          </a:p>
          <a:p>
            <a:r>
              <a:rPr lang="pt-BR" sz="2800" dirty="0"/>
              <a:t>velocímetros</a:t>
            </a:r>
          </a:p>
          <a:p>
            <a:r>
              <a:rPr lang="pt-BR" sz="2800" dirty="0"/>
              <a:t>retrovisor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B2F1087-89DC-6218-1C42-EB6AC12F83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03704"/>
            <a:ext cx="3932237" cy="3811588"/>
          </a:xfrm>
        </p:spPr>
        <p:txBody>
          <a:bodyPr/>
          <a:lstStyle/>
          <a:p>
            <a:r>
              <a:rPr lang="pt-BR" dirty="0"/>
              <a:t>Haverá quatro modelos de carros clássicos da cultura brasileira:</a:t>
            </a:r>
          </a:p>
          <a:p>
            <a:pPr marL="285750" indent="-285750">
              <a:buFontTx/>
              <a:buChar char="-"/>
            </a:pPr>
            <a:r>
              <a:rPr lang="pt-BR" dirty="0"/>
              <a:t>Pálio</a:t>
            </a:r>
          </a:p>
          <a:p>
            <a:pPr marL="285750" indent="-285750">
              <a:buFontTx/>
              <a:buChar char="-"/>
            </a:pPr>
            <a:r>
              <a:rPr lang="pt-BR" dirty="0"/>
              <a:t>Celta</a:t>
            </a:r>
          </a:p>
          <a:p>
            <a:pPr marL="285750" indent="-285750">
              <a:buFontTx/>
              <a:buChar char="-"/>
            </a:pPr>
            <a:r>
              <a:rPr lang="pt-BR" dirty="0"/>
              <a:t>Uno</a:t>
            </a:r>
          </a:p>
          <a:p>
            <a:pPr marL="285750" indent="-285750">
              <a:buFontTx/>
              <a:buChar char="-"/>
            </a:pPr>
            <a:r>
              <a:rPr lang="pt-BR" dirty="0"/>
              <a:t>Gol</a:t>
            </a:r>
          </a:p>
          <a:p>
            <a:r>
              <a:rPr lang="pt-BR" dirty="0"/>
              <a:t>Cada modelo tem opções modulares que o usuário pode escolher.</a:t>
            </a:r>
          </a:p>
          <a:p>
            <a:r>
              <a:rPr lang="pt-BR" dirty="0"/>
              <a:t>Cada um envolve 3 opções gerais e 2 ou 3 opções específicas para o modelo de carro em específico.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FA3B5DD-E310-C761-8FA6-FAE14B8544BE}"/>
              </a:ext>
            </a:extLst>
          </p:cNvPr>
          <p:cNvSpPr txBox="1"/>
          <p:nvPr/>
        </p:nvSpPr>
        <p:spPr>
          <a:xfrm>
            <a:off x="7927848" y="457200"/>
            <a:ext cx="3666744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cor do carro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capo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 err="1"/>
              <a:t>parachoque</a:t>
            </a:r>
            <a:endParaRPr lang="pt-B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paralama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body kit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escapamento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fumê / insulfilm (em porcentagem)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santo Antônio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suspenção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4519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4F803A-9B42-C646-C061-548FF0883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lgerian" panose="04020705040A02060702" pitchFamily="82" charset="0"/>
              </a:rPr>
              <a:t>Front-</a:t>
            </a:r>
            <a:r>
              <a:rPr lang="pt-BR" dirty="0" err="1">
                <a:latin typeface="Algerian" panose="04020705040A02060702" pitchFamily="82" charset="0"/>
              </a:rPr>
              <a:t>end</a:t>
            </a:r>
            <a:endParaRPr lang="pt-BR" dirty="0">
              <a:latin typeface="Algerian" panose="04020705040A02060702" pitchFamily="82" charset="0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6A89AFF-53F4-50E0-4E9D-2EE37D3D3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24383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Mostra as opções em lista de um (1) até o número desejado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7ED685A-E1DD-C083-A2F5-86F1F8EE805E}"/>
              </a:ext>
            </a:extLst>
          </p:cNvPr>
          <p:cNvSpPr txBox="1"/>
          <p:nvPr/>
        </p:nvSpPr>
        <p:spPr>
          <a:xfrm>
            <a:off x="1280160" y="2587752"/>
            <a:ext cx="927201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latin typeface="Segoe UI" panose="020B0502040204020203" pitchFamily="34" charset="0"/>
                <a:cs typeface="Segoe UI" panose="020B0502040204020203" pitchFamily="34" charset="0"/>
              </a:rPr>
              <a:t>Escolha de </a:t>
            </a:r>
            <a:r>
              <a:rPr lang="pt-BR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Parachoque</a:t>
            </a:r>
            <a:endParaRPr lang="pt-BR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2800" dirty="0">
                <a:latin typeface="Segoe UI" panose="020B0502040204020203" pitchFamily="34" charset="0"/>
                <a:cs typeface="Segoe UI" panose="020B0502040204020203" pitchFamily="34" charset="0"/>
              </a:rPr>
              <a:t>1 - GAD </a:t>
            </a:r>
            <a:r>
              <a:rPr lang="pt-BR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Parachoque</a:t>
            </a:r>
            <a:r>
              <a:rPr lang="pt-BR" sz="2800" dirty="0">
                <a:latin typeface="Segoe UI" panose="020B0502040204020203" pitchFamily="34" charset="0"/>
                <a:cs typeface="Segoe UI" panose="020B0502040204020203" pitchFamily="34" charset="0"/>
              </a:rPr>
              <a:t> Cobra ( 250.00 R$)</a:t>
            </a:r>
          </a:p>
          <a:p>
            <a:r>
              <a:rPr lang="pt-BR" sz="2800" dirty="0">
                <a:latin typeface="Segoe UI" panose="020B0502040204020203" pitchFamily="34" charset="0"/>
                <a:cs typeface="Segoe UI" panose="020B0502040204020203" pitchFamily="34" charset="0"/>
              </a:rPr>
              <a:t>2 - EED </a:t>
            </a:r>
            <a:r>
              <a:rPr lang="pt-BR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Parachoque</a:t>
            </a:r>
            <a:r>
              <a:rPr lang="pt-BR" sz="2800" dirty="0">
                <a:latin typeface="Segoe UI" panose="020B0502040204020203" pitchFamily="34" charset="0"/>
                <a:cs typeface="Segoe UI" panose="020B0502040204020203" pitchFamily="34" charset="0"/>
              </a:rPr>
              <a:t> Malandro (250.00 R$)</a:t>
            </a:r>
          </a:p>
          <a:p>
            <a:r>
              <a:rPr lang="pt-BR" sz="2800" dirty="0">
                <a:latin typeface="Segoe UI" panose="020B0502040204020203" pitchFamily="34" charset="0"/>
                <a:cs typeface="Segoe UI" panose="020B0502040204020203" pitchFamily="34" charset="0"/>
              </a:rPr>
              <a:t>3 - KLS </a:t>
            </a:r>
            <a:r>
              <a:rPr lang="pt-BR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Parachoque</a:t>
            </a:r>
            <a:r>
              <a:rPr lang="pt-BR" sz="2800" dirty="0">
                <a:latin typeface="Segoe UI" panose="020B0502040204020203" pitchFamily="34" charset="0"/>
                <a:cs typeface="Segoe UI" panose="020B0502040204020203" pitchFamily="34" charset="0"/>
              </a:rPr>
              <a:t> Grip (250.00 R$)</a:t>
            </a:r>
          </a:p>
          <a:p>
            <a:r>
              <a:rPr lang="pt-BR" sz="2800" dirty="0">
                <a:latin typeface="Segoe UI" panose="020B0502040204020203" pitchFamily="34" charset="0"/>
                <a:cs typeface="Segoe UI" panose="020B0502040204020203" pitchFamily="34" charset="0"/>
              </a:rPr>
              <a:t>Especiais:</a:t>
            </a:r>
          </a:p>
          <a:p>
            <a:r>
              <a:rPr lang="pt-BR" sz="2800" dirty="0">
                <a:latin typeface="Segoe UI" panose="020B0502040204020203" pitchFamily="34" charset="0"/>
                <a:cs typeface="Segoe UI" panose="020B0502040204020203" pitchFamily="34" charset="0"/>
              </a:rPr>
              <a:t>4 – SLA </a:t>
            </a:r>
            <a:r>
              <a:rPr lang="pt-BR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parachoques</a:t>
            </a:r>
            <a:r>
              <a:rPr lang="pt-BR" sz="2800" dirty="0">
                <a:latin typeface="Segoe UI" panose="020B0502040204020203" pitchFamily="34" charset="0"/>
                <a:cs typeface="Segoe UI" panose="020B0502040204020203" pitchFamily="34" charset="0"/>
              </a:rPr>
              <a:t>(250.00 R$)</a:t>
            </a:r>
          </a:p>
          <a:p>
            <a:r>
              <a:rPr lang="pt-BR" sz="2800" dirty="0">
                <a:latin typeface="Segoe UI" panose="020B0502040204020203" pitchFamily="34" charset="0"/>
                <a:cs typeface="Segoe UI" panose="020B0502040204020203" pitchFamily="34" charset="0"/>
              </a:rPr>
              <a:t>5 - LOL </a:t>
            </a:r>
            <a:r>
              <a:rPr lang="pt-BR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Parachoques</a:t>
            </a:r>
            <a:r>
              <a:rPr lang="pt-BR" sz="2800" dirty="0">
                <a:latin typeface="Segoe UI" panose="020B0502040204020203" pitchFamily="34" charset="0"/>
                <a:cs typeface="Segoe UI" panose="020B0502040204020203" pitchFamily="34" charset="0"/>
              </a:rPr>
              <a:t> (250.00 R$)</a:t>
            </a:r>
          </a:p>
        </p:txBody>
      </p:sp>
    </p:spTree>
    <p:extLst>
      <p:ext uri="{BB962C8B-B14F-4D97-AF65-F5344CB8AC3E}">
        <p14:creationId xmlns:p14="http://schemas.microsoft.com/office/powerpoint/2010/main" val="1669985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225</Words>
  <Application>Microsoft Office PowerPoint</Application>
  <PresentationFormat>Widescreen</PresentationFormat>
  <Paragraphs>50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Algerian</vt:lpstr>
      <vt:lpstr>Aptos</vt:lpstr>
      <vt:lpstr>Aptos Display</vt:lpstr>
      <vt:lpstr>Arial</vt:lpstr>
      <vt:lpstr>Segoe UI</vt:lpstr>
      <vt:lpstr>Tema do Office</vt:lpstr>
      <vt:lpstr>Projeto  Los Santos Customs</vt:lpstr>
      <vt:lpstr>Objetivo:</vt:lpstr>
      <vt:lpstr>Opções totais</vt:lpstr>
      <vt:lpstr>Front-end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GUILHERME FERREIRA DI MARIO</dc:creator>
  <cp:lastModifiedBy>GUILHERME FERREIRA DI MARIO</cp:lastModifiedBy>
  <cp:revision>1</cp:revision>
  <dcterms:created xsi:type="dcterms:W3CDTF">2026-09-09T14:02:20Z</dcterms:created>
  <dcterms:modified xsi:type="dcterms:W3CDTF">2026-09-09T14:02:20Z</dcterms:modified>
</cp:coreProperties>
</file>